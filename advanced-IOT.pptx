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259" r:id="rId3"/>
    <p:sldId id="258" r:id="rId4"/>
    <p:sldId id="260" r:id="rId5"/>
    <p:sldId id="287" r:id="rId6"/>
    <p:sldId id="288" r:id="rId7"/>
    <p:sldId id="289" r:id="rId8"/>
    <p:sldId id="291" r:id="rId9"/>
    <p:sldId id="290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572" userDrawn="1">
          <p15:clr>
            <a:srgbClr val="A4A3A4"/>
          </p15:clr>
        </p15:guide>
        <p15:guide id="4" pos="7151" userDrawn="1">
          <p15:clr>
            <a:srgbClr val="A4A3A4"/>
          </p15:clr>
        </p15:guide>
        <p15:guide id="5" pos="529" userDrawn="1">
          <p15:clr>
            <a:srgbClr val="A4A3A4"/>
          </p15:clr>
        </p15:guide>
        <p15:guide id="6" pos="3024" userDrawn="1">
          <p15:clr>
            <a:srgbClr val="A4A3A4"/>
          </p15:clr>
        </p15:guide>
        <p15:guide id="7" pos="3250" userDrawn="1">
          <p15:clr>
            <a:srgbClr val="A4A3A4"/>
          </p15:clr>
        </p15:guide>
        <p15:guide id="8" orient="horz" pos="37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FBFBFB"/>
    <a:srgbClr val="15032C"/>
    <a:srgbClr val="EEECE1"/>
    <a:srgbClr val="EEECFF"/>
    <a:srgbClr val="EEEEEB"/>
    <a:srgbClr val="1804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896BAB-7E5F-42CC-AFD2-A27697842B1E}" v="7" dt="2024-09-23T06:06:13.5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48" d="100"/>
          <a:sy n="48" d="100"/>
        </p:scale>
        <p:origin x="102" y="1356"/>
      </p:cViewPr>
      <p:guideLst>
        <p:guide orient="horz" pos="2137"/>
        <p:guide pos="3840"/>
        <p:guide orient="horz" pos="572"/>
        <p:guide pos="7151"/>
        <p:guide pos="529"/>
        <p:guide pos="3024"/>
        <p:guide pos="3250"/>
        <p:guide orient="horz" pos="37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3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jisha vm" userId="75d9e9c9-0067-4356-b55a-ce365df424e0" providerId="ADAL" clId="{FD896BAB-7E5F-42CC-AFD2-A27697842B1E}"/>
    <pc:docChg chg="undo custSel modSld">
      <pc:chgData name="ajisha vm" userId="75d9e9c9-0067-4356-b55a-ce365df424e0" providerId="ADAL" clId="{FD896BAB-7E5F-42CC-AFD2-A27697842B1E}" dt="2024-09-23T06:06:13.554" v="46"/>
      <pc:docMkLst>
        <pc:docMk/>
      </pc:docMkLst>
      <pc:sldChg chg="addSp modSp mod">
        <pc:chgData name="ajisha vm" userId="75d9e9c9-0067-4356-b55a-ce365df424e0" providerId="ADAL" clId="{FD896BAB-7E5F-42CC-AFD2-A27697842B1E}" dt="2024-09-23T06:06:05.549" v="44" actId="1076"/>
        <pc:sldMkLst>
          <pc:docMk/>
          <pc:sldMk cId="1689639929" sldId="256"/>
        </pc:sldMkLst>
        <pc:spChg chg="mod">
          <ac:chgData name="ajisha vm" userId="75d9e9c9-0067-4356-b55a-ce365df424e0" providerId="ADAL" clId="{FD896BAB-7E5F-42CC-AFD2-A27697842B1E}" dt="2024-09-23T05:47:23.151" v="22" actId="20577"/>
          <ac:spMkLst>
            <pc:docMk/>
            <pc:sldMk cId="1689639929" sldId="256"/>
            <ac:spMk id="100" creationId="{D1E9DAD2-47CA-7015-A767-820245548EAE}"/>
          </ac:spMkLst>
        </pc:spChg>
        <pc:spChg chg="mod">
          <ac:chgData name="ajisha vm" userId="75d9e9c9-0067-4356-b55a-ce365df424e0" providerId="ADAL" clId="{FD896BAB-7E5F-42CC-AFD2-A27697842B1E}" dt="2024-09-23T05:46:24.708" v="7" actId="20577"/>
          <ac:spMkLst>
            <pc:docMk/>
            <pc:sldMk cId="1689639929" sldId="256"/>
            <ac:spMk id="238" creationId="{69961449-DAC5-42D7-274D-4236548CA5C7}"/>
          </ac:spMkLst>
        </pc:spChg>
        <pc:picChg chg="add mod">
          <ac:chgData name="ajisha vm" userId="75d9e9c9-0067-4356-b55a-ce365df424e0" providerId="ADAL" clId="{FD896BAB-7E5F-42CC-AFD2-A27697842B1E}" dt="2024-09-23T06:06:05.549" v="44" actId="1076"/>
          <ac:picMkLst>
            <pc:docMk/>
            <pc:sldMk cId="1689639929" sldId="256"/>
            <ac:picMk id="2" creationId="{617551E4-BD5E-2999-BC05-2BD896CF42DB}"/>
          </ac:picMkLst>
        </pc:picChg>
      </pc:sldChg>
      <pc:sldChg chg="addSp delSp modSp mod">
        <pc:chgData name="ajisha vm" userId="75d9e9c9-0067-4356-b55a-ce365df424e0" providerId="ADAL" clId="{FD896BAB-7E5F-42CC-AFD2-A27697842B1E}" dt="2024-09-23T06:06:13.554" v="46"/>
        <pc:sldMkLst>
          <pc:docMk/>
          <pc:sldMk cId="4138204391" sldId="257"/>
        </pc:sldMkLst>
        <pc:spChg chg="add mod">
          <ac:chgData name="ajisha vm" userId="75d9e9c9-0067-4356-b55a-ce365df424e0" providerId="ADAL" clId="{FD896BAB-7E5F-42CC-AFD2-A27697842B1E}" dt="2024-09-23T05:47:10.929" v="19"/>
          <ac:spMkLst>
            <pc:docMk/>
            <pc:sldMk cId="4138204391" sldId="257"/>
            <ac:spMk id="2" creationId="{0A216051-7359-74CF-6839-9A5B83332110}"/>
          </ac:spMkLst>
        </pc:spChg>
        <pc:spChg chg="add mod">
          <ac:chgData name="ajisha vm" userId="75d9e9c9-0067-4356-b55a-ce365df424e0" providerId="ADAL" clId="{FD896BAB-7E5F-42CC-AFD2-A27697842B1E}" dt="2024-09-23T05:47:32.830" v="24"/>
          <ac:spMkLst>
            <pc:docMk/>
            <pc:sldMk cId="4138204391" sldId="257"/>
            <ac:spMk id="3" creationId="{1CB537DA-F4B0-448C-CEB0-DE8BB1BBBC4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8" creationId="{5D72BC32-3FA0-B1DF-DD19-7EE2ECAEF517}"/>
          </ac:spMkLst>
        </pc:spChg>
        <pc:spChg chg="mod">
          <ac:chgData name="ajisha vm" userId="75d9e9c9-0067-4356-b55a-ce365df424e0" providerId="ADAL" clId="{FD896BAB-7E5F-42CC-AFD2-A27697842B1E}" dt="2024-09-23T06:05:08.198" v="34" actId="1076"/>
          <ac:spMkLst>
            <pc:docMk/>
            <pc:sldMk cId="4138204391" sldId="257"/>
            <ac:spMk id="12" creationId="{57779A2A-A42B-5361-1A2B-0483432784F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2" creationId="{B6933E36-1290-9D45-BE5A-E413CB95B3C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3" creationId="{189B5731-C5E5-6348-EF64-20CFCBE6E49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" creationId="{75697FBB-58A4-763D-F7C3-C47C464DB3A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1" creationId="{20BE7FCB-5F26-32ED-C25E-FB728FCA555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3" creationId="{FF631491-C19B-8681-77D8-15699F21F6E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4" creationId="{FEDED12D-A569-A917-35A7-96F4E57400A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5" creationId="{CE64F615-A5D7-747F-CF3E-5B7B70A2098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7" creationId="{05B7D415-0EE9-8163-0422-A4F4BA859F8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9" creationId="{97DFD1F3-C169-8EC6-A1E1-EAF1DC8B01D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1" creationId="{2B13988E-A6A9-B380-CAF5-E5B7FB9FD55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3" creationId="{95AF8CD4-FC13-6971-60C9-0E0C9D3DBE3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4" creationId="{9DA2F341-277F-CE38-899E-E7F576F8F32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6" creationId="{303B1777-CEFD-812D-8C4A-40808E39B53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7" creationId="{DDB6555D-523D-2B66-26CA-C8A915A84B9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9" creationId="{BC611B67-EDE9-87BB-520D-578993948D9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1" creationId="{6FD74C52-E0E3-3E07-7BA3-725B731CC66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5" creationId="{E5343464-1159-5B38-A999-2582E3F444D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7" creationId="{E0B49E88-DA42-FB90-30E5-4CD4A356701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8" creationId="{504BB458-E28C-39E2-3F3E-5A390F91841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1" creationId="{E5292BB9-87DE-6336-F6C6-5E3519E60F1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2" creationId="{3DC3CA1C-15AE-8E6B-153E-EC9054DE96F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5" creationId="{E5DE481F-B75A-DF50-C16C-9EF86067C0D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6" creationId="{2A664774-B30A-D411-7144-4363D8B244B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7" creationId="{24976143-F919-E038-B061-23C3B6C0C3E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89" creationId="{970BC431-A583-0087-E6BA-DED641740B8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0" creationId="{5D95423A-8088-4DA6-4FB8-9EB3B6E8F3E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1" creationId="{E9E904AA-91D8-2A65-8822-852B6056A4C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5" creationId="{04E7813D-C23D-B2B7-31D4-03BCE4FF60AE}"/>
          </ac:spMkLst>
        </pc:spChg>
        <pc:spChg chg="del">
          <ac:chgData name="ajisha vm" userId="75d9e9c9-0067-4356-b55a-ce365df424e0" providerId="ADAL" clId="{FD896BAB-7E5F-42CC-AFD2-A27697842B1E}" dt="2024-09-23T05:47:31.710" v="23" actId="478"/>
          <ac:spMkLst>
            <pc:docMk/>
            <pc:sldMk cId="4138204391" sldId="257"/>
            <ac:spMk id="100" creationId="{D1E9DAD2-47CA-7015-A767-820245548EA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1" creationId="{D6F0EA73-B5C7-A5B9-97D6-4EE58B75DEF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3" creationId="{F00B3997-C1E9-8CB1-EF46-A73E913BA7C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5" creationId="{B241FF1C-141B-E5DB-70E6-EEF5B510CA7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7" creationId="{FF19013A-2F9F-67A1-8D46-0FA0871275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9" creationId="{FD678216-F903-1062-B2CB-9FC26EE0A75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3" creationId="{4DDCDD72-3902-E186-950C-8B9C8E4ED98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5" creationId="{849F28C7-10A6-C51A-688A-175FA8185E1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7" creationId="{40285C1A-65B3-EE4E-15F0-423A28310FC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8" creationId="{1DC3F02C-4CD2-9728-0792-71265149D68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9" creationId="{1938A6E7-8AF8-6A14-6E69-01928D87598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20" creationId="{EE98AB05-DD23-6092-13B0-3150366C476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26" creationId="{BDB808FE-2D1C-9EF8-5BE9-6CA38822856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32" creationId="{9F5D5C8C-B5DE-D7CD-69CB-9AF176651D4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58" creationId="{D4B0DD36-42A8-8499-EEFE-E01C85A5BAB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59" creationId="{F5D21DD5-0CCA-BA7E-F227-0BBAB406E32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78" creationId="{A3AC4A31-4D44-3815-B396-3E37C5C9243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89" creationId="{5BA28709-85EB-665D-9775-5D5E4373C3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90" creationId="{8F372BCB-8DEC-A35A-B0C7-42C0263A7FC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93" creationId="{289BF8B6-FDA5-DC7C-26AF-A5B5024AE191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34" creationId="{485E5EED-FC79-6FEC-069A-373A0DD1CB93}"/>
          </ac:spMkLst>
        </pc:spChg>
        <pc:spChg chg="del topLvl">
          <ac:chgData name="ajisha vm" userId="75d9e9c9-0067-4356-b55a-ce365df424e0" providerId="ADAL" clId="{FD896BAB-7E5F-42CC-AFD2-A27697842B1E}" dt="2024-09-23T05:47:10.074" v="18" actId="478"/>
          <ac:spMkLst>
            <pc:docMk/>
            <pc:sldMk cId="4138204391" sldId="257"/>
            <ac:spMk id="238" creationId="{69961449-DAC5-42D7-274D-4236548CA5C7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39" creationId="{138EE018-88C1-F6BB-9765-FCF3CB15AB41}"/>
          </ac:spMkLst>
        </pc:spChg>
        <pc:spChg chg="topLvl">
          <ac:chgData name="ajisha vm" userId="75d9e9c9-0067-4356-b55a-ce365df424e0" providerId="ADAL" clId="{FD896BAB-7E5F-42CC-AFD2-A27697842B1E}" dt="2024-09-23T05:47:10.074" v="18" actId="478"/>
          <ac:spMkLst>
            <pc:docMk/>
            <pc:sldMk cId="4138204391" sldId="257"/>
            <ac:spMk id="240" creationId="{2C5144DF-A89D-AF82-5309-9FE6D3D0A577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2" creationId="{134A13F1-79E3-3815-8D9E-23C21C4FCEB3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3" creationId="{7C04E735-18EF-2993-EB07-56640BFDEC7C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5" creationId="{88823CDC-6C5F-F9A2-FEC8-F96D294269B6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6" creationId="{10F689CE-CAC7-E882-5EED-7E202B51CBD2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7" creationId="{D889B195-BE18-D82F-16E4-8071BC3220F5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8" creationId="{1E289CF1-9BEB-1416-AEDF-DAD15D37E7E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0" creationId="{206D6DCC-3A2B-B50F-0DBC-E398C241D01D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1" creationId="{7CE82BAC-8FAB-6659-0E09-FBC015FFBC18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2" creationId="{1C56B629-84FD-206D-362B-20BD52C3EC4B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3" creationId="{CD59FEA9-3418-4BE8-2608-2716A5EDEC7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4" creationId="{D449AB98-A4A1-E6C8-0C94-AF1CE880EBAA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6" creationId="{E42F176E-0919-509B-FBE8-F2EA627960B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7" creationId="{C277FD70-B5B2-F358-305E-19933259A08E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8" creationId="{4418E2BF-8088-3133-8300-5A1DFD7D921A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9" creationId="{7EA5B3AA-A7B7-0F6D-B3EC-91B026B47868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0" creationId="{98B237F6-F36F-3D98-A5F6-510CC32AD514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1" creationId="{D82E0A92-C9CC-832F-18EE-38C24EC1AA82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2" creationId="{67A0F83E-FEF2-5568-30F4-BD35666D1F5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3" creationId="{1E3AC68E-548A-9EE2-9D12-2CB160BB7F8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4" creationId="{4B92683D-036A-EDD4-6CF5-E462C00CAE3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5" creationId="{03B0E511-5E88-24B2-928F-B1C5B1F1265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6" creationId="{AB4696AE-3F24-590B-F3C2-0D5B3B506A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7" creationId="{F33B39C5-4D82-B4DA-70F2-5D1B4B9973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8" creationId="{A6A6721A-276F-44F2-A21D-0861DF97038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9" creationId="{912A15BD-820F-08C6-F187-9A29046F233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0" creationId="{CC6E3A3D-49EC-C045-0931-5FB9C818E00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1" creationId="{387FFFAC-17E6-79AA-023B-6BDC0BC5033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3" creationId="{83CCC772-DE84-11EF-065D-C23BA2B2D7A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4" creationId="{46E4F42C-FF29-202E-D446-46FE0C1CBA7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5" creationId="{B8A72404-6079-8A96-15E3-AD0C861645E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6" creationId="{958AD78B-02F0-E701-A76D-29F6C2C740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7" creationId="{B8999EF8-2C99-5CA6-DE84-1B9B5EDA54D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8" creationId="{4F88D689-1B44-1A6E-0D8B-D028E02BA2C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9" creationId="{59B374EE-B65A-B95C-3E82-DD618BD686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0" creationId="{485356AD-D6B5-2149-F7F6-C96F341F5E1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1" creationId="{0502816F-922D-73FE-32B0-D95C1550F98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2" creationId="{68CC3C39-E1A3-0DE9-E1C9-92FE1756A17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3" creationId="{7FA809AE-25BB-F02D-652C-4C4243C9BBF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4" creationId="{C38FAFED-7AC0-3E97-312E-A92AEDE95E3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5" creationId="{B7106B33-3115-64E2-F070-695A27A33C5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6" creationId="{B56BBF0D-8AE1-788B-3BB2-AD38AD5ABB69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7" creationId="{83AF4E58-9282-0FC6-80D0-363A1972ABE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8" creationId="{F371066E-3579-1634-E558-9FB2E6BDE3E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9" creationId="{B7A754E8-668B-7F9F-FABF-96379DD0C19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0" creationId="{707A5F6F-B273-D2F5-072E-A22F53A51979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1" creationId="{EFF1C787-153D-0A30-A4BF-6A269AD6EE9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3" creationId="{88BDA37A-0F44-9C2A-4295-9458BCE63F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4" creationId="{1E04F503-64F4-8F7C-0E72-2CD396D729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5" creationId="{97CFE797-13F1-0F8B-1C66-43F380ADC4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6" creationId="{87F0A523-EB03-4D03-C229-C35510CF5BF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7" creationId="{A3F452B4-F87B-FB2F-6172-8DFEF6503A8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8" creationId="{144A5466-A1D3-4254-4159-A00F276D0A6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9" creationId="{5F30DD10-98A1-43C3-A64F-E23EBB90C4A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00" creationId="{69266EE4-9160-B616-A9FD-AD0860392C6A}"/>
          </ac:spMkLst>
        </pc:spChg>
        <pc:grpChg chg="del mod">
          <ac:chgData name="ajisha vm" userId="75d9e9c9-0067-4356-b55a-ce365df424e0" providerId="ADAL" clId="{FD896BAB-7E5F-42CC-AFD2-A27697842B1E}" dt="2024-09-23T06:05:04.208" v="32" actId="165"/>
          <ac:grpSpMkLst>
            <pc:docMk/>
            <pc:sldMk cId="4138204391" sldId="257"/>
            <ac:grpSpMk id="6" creationId="{1105652A-5FF4-37B1-B5D8-315BED207C5A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7" creationId="{7000F379-DF58-3541-6E7D-E3664D5773CD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53" creationId="{DBB3E9E2-AEC9-E578-94C9-B4C1192B088B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111" creationId="{71D98EFA-81E6-333B-0AB1-22716478A133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08" creationId="{BD673951-F727-D10C-D9A2-B334D57817D3}"/>
          </ac:grpSpMkLst>
        </pc:grpChg>
        <pc:grpChg chg="del">
          <ac:chgData name="ajisha vm" userId="75d9e9c9-0067-4356-b55a-ce365df424e0" providerId="ADAL" clId="{FD896BAB-7E5F-42CC-AFD2-A27697842B1E}" dt="2024-09-23T05:47:10.074" v="18" actId="478"/>
          <ac:grpSpMkLst>
            <pc:docMk/>
            <pc:sldMk cId="4138204391" sldId="257"/>
            <ac:grpSpMk id="241" creationId="{49396023-F252-2195-15E3-82341210EE18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44" creationId="{30997E12-48F1-14AD-784F-CFD6BBF74378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49" creationId="{53729163-BF47-DA78-1E74-FEDF3EAF01B5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55" creationId="{3E04E6A3-29A6-17A2-F4E3-7E2674E3D4E8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272" creationId="{65AEAEB7-75AD-F4F0-23B6-D73B2A69E115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292" creationId="{AD216F4B-A4E3-661D-289A-FB781853C4E7}"/>
          </ac:grpSpMkLst>
        </pc:grpChg>
        <pc:picChg chg="add del mod">
          <ac:chgData name="ajisha vm" userId="75d9e9c9-0067-4356-b55a-ce365df424e0" providerId="ADAL" clId="{FD896BAB-7E5F-42CC-AFD2-A27697842B1E}" dt="2024-09-23T06:04:51.114" v="31" actId="27803"/>
          <ac:picMkLst>
            <pc:docMk/>
            <pc:sldMk cId="4138204391" sldId="257"/>
            <ac:picMk id="5" creationId="{AA680F0D-3DA7-8212-B058-BF67BA156E11}"/>
          </ac:picMkLst>
        </pc:picChg>
        <pc:picChg chg="add del mod">
          <ac:chgData name="ajisha vm" userId="75d9e9c9-0067-4356-b55a-ce365df424e0" providerId="ADAL" clId="{FD896BAB-7E5F-42CC-AFD2-A27697842B1E}" dt="2024-09-23T06:06:12.304" v="45" actId="478"/>
          <ac:picMkLst>
            <pc:docMk/>
            <pc:sldMk cId="4138204391" sldId="257"/>
            <ac:picMk id="302" creationId="{0F67997F-D45B-921A-C3CA-55DCE26483B4}"/>
          </ac:picMkLst>
        </pc:picChg>
        <pc:picChg chg="add mod">
          <ac:chgData name="ajisha vm" userId="75d9e9c9-0067-4356-b55a-ce365df424e0" providerId="ADAL" clId="{FD896BAB-7E5F-42CC-AFD2-A27697842B1E}" dt="2024-09-23T06:06:13.554" v="46"/>
          <ac:picMkLst>
            <pc:docMk/>
            <pc:sldMk cId="4138204391" sldId="257"/>
            <ac:picMk id="303" creationId="{70768459-8631-734B-4A73-5563CD14312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C7ADFA-E0D6-45D7-9D88-1165CE068AB0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1ED611-F729-4D3E-BEFC-1E1C56359E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5306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2691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14FA9-7287-B923-35C7-3186EA601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0BA1B-FFE8-5CB5-8009-D5B1CAA47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56DA9-BE68-1946-043B-43DA339EC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2D7FB-13FD-9620-9770-A7707504E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71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16622-3FB5-AE26-9240-2B3EBCA03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690B8-5252-65D9-F26B-4337B02F0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2F5E4-AB33-21D4-30EB-3B2BF4382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3BF4-1D24-AAA1-C5AB-023A3D407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791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73968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88270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9409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1942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7355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7481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9411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4592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17942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41132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68443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0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98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36759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6254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0003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032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6A1F-E8A2-BC81-F9E9-633CB61EB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1CD3C0-AEC5-B8CA-94BB-7BF2E48AD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8E7E7-E107-0A2C-8466-7A18371CE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5B238-F884-FBFD-9EA1-7FD35473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91A70-D098-4B31-5F03-E0A3829A0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1170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F6DE-8BD5-94C5-C8E1-0B5E5537E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25377-4473-153F-9F5B-D79442309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93B80-9792-D46B-638A-415B9A68F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0B451-D0D0-8318-1B4F-41E9D0A6F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65900-3ECC-9D59-246A-5E584530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661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128B4-C28B-C566-0646-B88B1C58F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BFC85-261E-6A69-FC38-D43914EB3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96B8D3-26A1-0CF4-B600-6588A6541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850CE-6899-982D-572D-1043B8053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1B706-CB00-7DB7-6788-887456685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453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B90BC-6FE4-8ABA-A041-2C0714D16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DAA1B-8CFD-74B6-F53C-AC7A416B6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9C2FA-A8E3-1A4D-0689-FAEB81B5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EB3D9-BB52-9AC4-4D89-7D6389DB3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4DF8A9-2D4C-15BF-E464-FEC82598C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C6C26-CDE8-69A3-21BB-3A9391874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311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3F782-7D7A-5E98-2BBA-116CBD32D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456E36-8094-1CCB-5DF4-2FA3E64BC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0BCABF-1DDA-D308-1539-B1000AEB2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662AFE-40A6-B7A9-4B56-E36000EDD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E57AAB-CA0E-DE18-151E-DFABE78E19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4D7029-DEB2-73E7-C984-210AB9C4C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F03F54-293C-8559-802E-17576465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DD1DE9-3331-82C6-874B-21BAFF826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3426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C3DB9-0F2D-7A99-F0F9-18AF7FE34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03435D-98A0-587C-1960-687207D4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974558-11B4-2350-D2D4-EF10919EF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833525-03AF-B1CE-A64D-6C708CF55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082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A1591A-84C3-7089-D9D3-1F367BE4A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B3955F-CB79-52D6-058A-B271B2BEC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E0C81-BA54-BFF9-CFA4-F81B2DE1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518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0D37-3A6B-5CCA-CB91-871FDDD87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737B0-F57C-BD1D-AD2B-826E67781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F067B3-8BB8-B965-AF2E-6F8156086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7F540-F2A1-E095-7F68-1D9674906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E44D2C-B838-3A3B-3267-014F1B6C2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3E48B-6B22-491C-2569-C127C381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4305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153D9-5907-A104-28C2-C682F8F6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3A4866-2CAD-2E33-EAD4-159F2C01E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6BE1F8-CDF0-5F06-4453-9CECE3DA2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2F0CA5-167A-1944-63D3-9B1F855E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A21F0-2C41-2E33-2E97-26559280D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4F6-7C71-3EDB-5070-608760223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77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4CEDD-0699-C873-B6C0-924116D80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31FE1-8984-68B4-F2E7-6A9010654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7AA84-4D7A-62E9-6B5F-1B9E226CF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42BA9-B188-5F6E-DE59-B08EE8BA0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C7CDC-69E7-4F25-74BF-5E3F61A0D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844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228698-7DCE-84FA-B51A-CCAF9908EE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72C05A-DD3E-C080-6001-7A26272B4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F720D-61B9-8FB5-19C6-54DA072DE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7BF41-787C-FCC4-2DAD-1D7E1D900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6C9B8A-C855-8AC0-8B94-A28FA69D6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4595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18D02-3772-7E25-E1B7-08D4B4F63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F328E-B71F-2889-5227-C8C6ED6929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942A0-1C7A-C11D-E868-8E9E309930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6FDC1C-56EA-4B23-9E1D-42A946695629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0B1E5-55EF-338A-0887-276E4E4FD6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0F1E-6612-1C22-E4FB-A80650036B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668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github.com/Niotx/advanced-IoT" TargetMode="Externa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A18762-F9BC-49D8-16BA-6566B2457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04DD6D-37AC-46C4-3230-FBB729558CF2}"/>
              </a:ext>
            </a:extLst>
          </p:cNvPr>
          <p:cNvSpPr/>
          <p:nvPr/>
        </p:nvSpPr>
        <p:spPr>
          <a:xfrm>
            <a:off x="6807540" y="218752"/>
            <a:ext cx="5100860" cy="3962400"/>
          </a:xfrm>
          <a:prstGeom prst="roundRect">
            <a:avLst>
              <a:gd name="adj" fmla="val 2534"/>
            </a:avLst>
          </a:prstGeom>
          <a:solidFill>
            <a:srgbClr val="18043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0C5CEE-60DA-0FE3-8B05-AD782889C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30" t="12083" r="56601" b="12083"/>
          <a:stretch>
            <a:fillRect/>
          </a:stretch>
        </p:blipFill>
        <p:spPr>
          <a:xfrm>
            <a:off x="304800" y="218751"/>
            <a:ext cx="4800600" cy="6400800"/>
          </a:xfrm>
          <a:prstGeom prst="roundRect">
            <a:avLst>
              <a:gd name="adj" fmla="val 3334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F50C53-4FBA-D415-9605-22D46A41DA60}"/>
              </a:ext>
            </a:extLst>
          </p:cNvPr>
          <p:cNvSpPr/>
          <p:nvPr/>
        </p:nvSpPr>
        <p:spPr>
          <a:xfrm>
            <a:off x="6702214" y="4536426"/>
            <a:ext cx="5118355" cy="2321574"/>
          </a:xfrm>
          <a:prstGeom prst="roundRect">
            <a:avLst>
              <a:gd name="adj" fmla="val 5035"/>
            </a:avLst>
          </a:prstGeom>
          <a:solidFill>
            <a:srgbClr val="18043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F44CF18-9ED9-A411-1505-34F8BFA0A8D3}"/>
              </a:ext>
            </a:extLst>
          </p:cNvPr>
          <p:cNvSpPr/>
          <p:nvPr/>
        </p:nvSpPr>
        <p:spPr>
          <a:xfrm>
            <a:off x="5524152" y="-285892"/>
            <a:ext cx="830998" cy="5257800"/>
          </a:xfrm>
          <a:prstGeom prst="roundRect">
            <a:avLst/>
          </a:prstGeom>
          <a:solidFill>
            <a:srgbClr val="15032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4B81EC-DEEC-F366-2A6A-A7CE74A63008}"/>
              </a:ext>
            </a:extLst>
          </p:cNvPr>
          <p:cNvSpPr txBox="1"/>
          <p:nvPr/>
        </p:nvSpPr>
        <p:spPr>
          <a:xfrm rot="16200000">
            <a:off x="2990054" y="1590087"/>
            <a:ext cx="5848388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4000" b="1" i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NGT Training Department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081760-12B3-8846-33FB-98BF999E2AE1}"/>
              </a:ext>
            </a:extLst>
          </p:cNvPr>
          <p:cNvSpPr txBox="1"/>
          <p:nvPr/>
        </p:nvSpPr>
        <p:spPr>
          <a:xfrm>
            <a:off x="7411453" y="5716752"/>
            <a:ext cx="4409116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Instructor</a:t>
            </a:r>
            <a:r>
              <a:rPr lang="fa-IR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: </a:t>
            </a:r>
            <a:r>
              <a:rPr lang="en-US" sz="28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M.M.Naseri</a:t>
            </a:r>
            <a:endParaRPr lang="en-US" sz="28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4CFFF3-4F09-CEDA-63D6-63A359CEE185}"/>
              </a:ext>
            </a:extLst>
          </p:cNvPr>
          <p:cNvSpPr txBox="1"/>
          <p:nvPr/>
        </p:nvSpPr>
        <p:spPr>
          <a:xfrm>
            <a:off x="6798599" y="4671953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8A2564-5FA6-49E3-5A31-8D1B1661F46B}"/>
              </a:ext>
            </a:extLst>
          </p:cNvPr>
          <p:cNvSpPr txBox="1"/>
          <p:nvPr/>
        </p:nvSpPr>
        <p:spPr>
          <a:xfrm>
            <a:off x="7411910" y="5329984"/>
            <a:ext cx="4409116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Duration : </a:t>
            </a:r>
            <a:r>
              <a:rPr lang="en-US" sz="28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120 </a:t>
            </a:r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min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6231" y="279795"/>
            <a:ext cx="3863092" cy="3863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389207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B148A4-1F4B-9639-0090-4F48BA94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3096AE-A3DB-D704-88C4-E5A5B7E5F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65953FA-DB1E-4FBD-7908-15291FFB0F4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08FB27D-72D6-1C55-0D98-22DDB8BABBF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B70F7D-57CC-6C24-0CFA-961C7502BE86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4D53800-CC88-3402-18E3-DC533889A3A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59EB71-29D0-1138-B84C-04FC420E1DB1}"/>
              </a:ext>
            </a:extLst>
          </p:cNvPr>
          <p:cNvSpPr txBox="1"/>
          <p:nvPr/>
        </p:nvSpPr>
        <p:spPr>
          <a:xfrm>
            <a:off x="1317459" y="2275275"/>
            <a:ext cx="5638800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This advanced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course focuses on two core areas of modern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systems: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175013-DA2E-43A3-9B6C-62A3419B965D}"/>
              </a:ext>
            </a:extLst>
          </p:cNvPr>
          <p:cNvSpPr txBox="1"/>
          <p:nvPr/>
        </p:nvSpPr>
        <p:spPr>
          <a:xfrm>
            <a:off x="1317459" y="3485605"/>
            <a:ext cx="788870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Network &amp; Data </a:t>
            </a:r>
            <a:r>
              <a:rPr lang="en-US" sz="3000" b="1" dirty="0" err="1" smtClean="0">
                <a:solidFill>
                  <a:srgbClr val="15032C"/>
                </a:solidFill>
                <a:latin typeface="Agency FB" panose="00010606040000040003" pitchFamily="2" charset="0"/>
              </a:rPr>
              <a:t>CommunicationAdvanced</a:t>
            </a:r>
            <a:endParaRPr lang="en-US" sz="3000" b="1" dirty="0">
              <a:solidFill>
                <a:srgbClr val="15032C"/>
              </a:solidFill>
              <a:latin typeface="Agency FB" panose="00010606040000040003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Firmware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, Middleware &amp; Edge Computing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F0BFC5-A185-8446-22ED-235F6C41FFBB}"/>
              </a:ext>
            </a:extLst>
          </p:cNvPr>
          <p:cNvSpPr txBox="1"/>
          <p:nvPr/>
        </p:nvSpPr>
        <p:spPr>
          <a:xfrm>
            <a:off x="1317459" y="4695935"/>
            <a:ext cx="6797841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The course moves beyond basic electronics and microcontroller fundamentals, focusing on reliability, scalability, security, and real-world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deployment.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860259" y="1334281"/>
            <a:ext cx="6096000" cy="76944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4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Overview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7534" y="3760664"/>
            <a:ext cx="4504466" cy="25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884665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6781F-7114-535F-7588-4DFD0EB0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5E13BB-485F-11F8-8456-6CCDBE75DE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62403AD-C896-B34F-30CE-C41C700CCD80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6632873-0D87-CCCA-207F-A374A97A6714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0662C45-4B60-0DFA-23D6-8E4311F48381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94A607-CB79-4EC7-B239-42B4BB4666CC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A18B0B-6461-196A-AA62-E3D615125056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Modules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1F0B68-A5F8-88CD-C035-0E59521852C6}"/>
              </a:ext>
            </a:extLst>
          </p:cNvPr>
          <p:cNvSpPr txBox="1"/>
          <p:nvPr/>
        </p:nvSpPr>
        <p:spPr>
          <a:xfrm>
            <a:off x="1611320" y="2183223"/>
            <a:ext cx="655653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1. Network Layer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C26CC2-1D2E-8BF8-1EED-CBE8CE62790D}"/>
              </a:ext>
            </a:extLst>
          </p:cNvPr>
          <p:cNvSpPr txBox="1"/>
          <p:nvPr/>
        </p:nvSpPr>
        <p:spPr>
          <a:xfrm>
            <a:off x="1611319" y="2692431"/>
            <a:ext cx="6556537" cy="83099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Communication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ProtocolsLPWAN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&amp; Cellular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NetworksIoT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Network Security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280A84-34DC-1218-891B-74CDC648CC6E}"/>
              </a:ext>
            </a:extLst>
          </p:cNvPr>
          <p:cNvSpPr txBox="1"/>
          <p:nvPr/>
        </p:nvSpPr>
        <p:spPr>
          <a:xfrm>
            <a:off x="1611319" y="4242832"/>
            <a:ext cx="7868557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Professional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Firmware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 smtClean="0">
                <a:solidFill>
                  <a:srgbClr val="15032C"/>
                </a:solidFill>
                <a:latin typeface="Dosis" pitchFamily="2" charset="0"/>
              </a:rPr>
              <a:t>ArchitectureRaspberry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 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Pi &amp;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Remote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 smtClean="0">
                <a:solidFill>
                  <a:srgbClr val="15032C"/>
                </a:solidFill>
                <a:latin typeface="Dosis" pitchFamily="2" charset="0"/>
              </a:rPr>
              <a:t>AccessData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 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&amp; Telemetry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Management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OTA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Updates 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&amp;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Maintenance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Hands-on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Workshop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366C50-5B90-5C81-BCC8-AA5DEACD196D}"/>
              </a:ext>
            </a:extLst>
          </p:cNvPr>
          <p:cNvSpPr txBox="1"/>
          <p:nvPr/>
        </p:nvSpPr>
        <p:spPr>
          <a:xfrm>
            <a:off x="1611319" y="3716501"/>
            <a:ext cx="655653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2. Firmware &amp; Edge Computing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3FA84BD0-77E9-C2B7-EEC7-132EAAB3A5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3848100"/>
            <a:ext cx="30099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0618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Learning by Solving Real-World Problems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This course follows a Problem-Solving Approach, where engineering concepts are introduced through practical challenges.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2546"/>
            <a:ext cx="10318522" cy="163121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Problem Definition: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Identify the problem and system </a:t>
            </a:r>
            <a:r>
              <a:rPr lang="en-US" sz="2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requirements.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Solution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Design: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Explore technologies and make engineering decisions</a:t>
            </a:r>
            <a:r>
              <a:rPr lang="en-US" sz="2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Implementation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Develop and integrate hardware and software components</a:t>
            </a:r>
            <a:r>
              <a:rPr lang="en-US" sz="2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Testing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&amp; Debugging: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Identify issues, validate solutions, and improve reliability</a:t>
            </a:r>
            <a:r>
              <a:rPr lang="en-US" sz="2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Final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Product: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Build a functional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system.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4598481"/>
            <a:ext cx="8836804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Learning Format: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Conceptual explanations through presentations, followed by recorded and edited hands-on demonstrations.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9672" y="4533873"/>
            <a:ext cx="2286198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22108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Materials &amp; Resources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All course materials are organized in a dedicated GitHub repository.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566965"/>
            <a:ext cx="10318522" cy="224676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Course Handbook: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A step-by-step guide covering practical procedures, commands, and configurations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Practical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Examples: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Independent project folders containing source code and dedicated README documentation</a:t>
            </a:r>
            <a:r>
              <a:rPr lang="en-US" sz="2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Presentation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Slides: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Course presentations will be available in the repository</a:t>
            </a:r>
            <a:r>
              <a:rPr lang="en-US" sz="2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Video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Demonstrations: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Practical implementations, coding sessions, and hardware testing are presented in edited lesson videos.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7EF3E34-5C58-11DE-AFA9-6CB6D1B4074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226308" y="5219235"/>
            <a:ext cx="8836804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GitHub Repository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:</a:t>
            </a:r>
          </a:p>
          <a:p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  <a:hlinkClick r:id="rId5"/>
              </a:rPr>
              <a:t>https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  <a:hlinkClick r:id="rId5"/>
              </a:rPr>
              <a:t>://github.com/Niotx/advanced-IoT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23222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&amp; Development Platform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This course uses a compact set of practical hardware components for sensing, local display, embedded programming, and edge-side processing.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255454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ESP32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DevKit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V1 — Main microcontroller platform for embedded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development  </a:t>
            </a:r>
            <a:endParaRPr lang="en-US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DHT22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Sensor — Temperature and humidity sensing module  </a:t>
            </a:r>
            <a:endParaRPr lang="en-US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0.96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" SSD1306 OLED Display — I2C display for local monitoring and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feedback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Raspberry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Pi 4 Model B (4GB RAM) — Edge device for communication, processing, and service hosting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10394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These components form the core hardware platform used throughout the course.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5107" y="4456846"/>
            <a:ext cx="2107096" cy="210709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9762" y="2777827"/>
            <a:ext cx="1769165" cy="176916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189843" y="3034125"/>
            <a:ext cx="1133061" cy="113306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165107" y="2886298"/>
            <a:ext cx="1428713" cy="142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8202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Our Engineering Challenge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113877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Problem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Statement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An 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equipment room requires a smart environmental monitoring system to measure temperature and humidity, display real-time readings, and provide remote access to sensor data.</a:t>
            </a:r>
            <a:endParaRPr lang="en-US" sz="16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3326089"/>
            <a:ext cx="7715425" cy="212365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Initial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Requirements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Environmental 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Sensing: Measure temperature and humidity using a DHT22 sensor</a:t>
            </a:r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fa-IR" sz="16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Local 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Monitoring: Display real-time measurements on an OLED screen</a:t>
            </a:r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fa-IR" sz="16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Remote 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Monitoring: Transmit sensor data to a Raspberry Pi over a network</a:t>
            </a:r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fa-IR" sz="16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System 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Integration: Connect hardware, firmware, and communication components into a functional </a:t>
            </a:r>
            <a:r>
              <a:rPr lang="en-US" sz="16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 system.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67122"/>
            <a:ext cx="7119077" cy="89255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Engineering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Question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1600" b="1" dirty="0" smtClean="0">
                <a:solidFill>
                  <a:srgbClr val="15032C"/>
                </a:solidFill>
                <a:latin typeface="Dosis" pitchFamily="2" charset="0"/>
              </a:rPr>
              <a:t>How 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can we transform a simple sensor-based device into a reliable, connected, and maintainable </a:t>
            </a:r>
            <a:r>
              <a:rPr lang="en-US" sz="16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 system?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6191" y="3858508"/>
            <a:ext cx="2999492" cy="29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08406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System Requirements &amp; Initial Architecture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Before writing code, we break the engineering challenge into clear requirements and define the first system architecture.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264687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Functional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Requirements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Measure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temperature and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humidity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Display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live readings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locally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Prepare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the system for future remote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monitoring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Engineering Constraints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Use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low-cost, available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hardware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Keep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the first version simple and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testable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Detect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invalid sensor readings- Design the firmware to be extendable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10394"/>
            <a:ext cx="7119077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DHT22 → ESP32 → SSD1306 OLED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997" y="4367295"/>
            <a:ext cx="2286198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18595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Integration &amp; Wiring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first prototype connects the sensor and display directly to the ESP32 using simple, testable wiring.</a:t>
            </a:r>
            <a:endParaRPr lang="en-US" sz="16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Wiring</a:t>
            </a:r>
            <a:endParaRPr lang="fa-IR" sz="16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DHT22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DATA → ESP32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GPIO4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OLED SDA → ESP32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GPIO21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OLED SCL → ESP32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GPIO22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VCC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/ GND → 3.3V /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GND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6191" y="3858508"/>
            <a:ext cx="2999492" cy="299949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70766" y="4479760"/>
            <a:ext cx="6096000" cy="150810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Engineering Notes-</a:t>
            </a:r>
            <a:endParaRPr lang="fa-IR" sz="16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OLED uses I2C communication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DHT22 uses a single data line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 bare DHT22 may need a 10kΩ pull-up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resistor.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Common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OLED I2C address: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0x3C</a:t>
            </a:r>
            <a:r>
              <a:rPr lang="fa-IR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912069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Reading &amp; Displaying Sensor Data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firmware reads environmental data from the DHT22 sensor and updates both the OLED display and Serial Monitor.</a:t>
            </a:r>
            <a:endParaRPr lang="en-US" sz="16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77692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Firmware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Flow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Initialize I2C, DHT22, and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OLED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Read temperature and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humidity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Check for invalid sensor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readings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Show values on the OLED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display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Print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readings to Serial Monitor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70766" y="4590974"/>
            <a:ext cx="6096000" cy="178510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Key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Functions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dht.readTemperature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dht.readHumidity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isnan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display.clearDisplay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 smtClean="0">
                <a:solidFill>
                  <a:srgbClr val="15032C"/>
                </a:solidFill>
                <a:latin typeface="Dosis" pitchFamily="2" charset="0"/>
              </a:rPr>
              <a:t>display.display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dht.readTemperature()</a:t>
            </a:r>
            <a:endParaRPr kumimoji="0" lang="en-US" altLang="en-US" sz="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9672" y="4590974"/>
            <a:ext cx="2438611" cy="195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180729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Validation &amp; Error Handling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 prototype is only useful when we can test it, detect failures, and understand what went wrong.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874741"/>
            <a:ext cx="7715425" cy="320087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Validation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Steps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Check OLED startup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message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Verify temperature and humidity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values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Compare OLED output with Serial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Monitor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Disconnect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the sensor and observe the error state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Error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Handling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Detect invalid readings using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isnan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Show Sensor Error on the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OLEDPrint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error messages to Serial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Monitor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Keep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the system running safely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42198" y="5818588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Testing failure cases is part of building an engineering product, not an optional step.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0787" y="4475179"/>
            <a:ext cx="2085013" cy="20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172526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The Need for Remote Communication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7" y="2069941"/>
            <a:ext cx="8232260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Local monitoring works, but the user still needs to be physically near the device. The next engineering challenge is making sensor data accessible over the network.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3284992"/>
            <a:ext cx="7715425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Why Local Monitoring Is Not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Enough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Data is only visible on the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OLED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No remote access to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measurements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No history or external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processing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No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way to connect the device to other services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970441" y="4992485"/>
            <a:ext cx="7119077" cy="163121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Send temperature and humidity data from the ESP32 to a Raspberry Pi over the network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Networking turns a local sensor device into a connected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system.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322703">
            <a:off x="8532312" y="4353887"/>
            <a:ext cx="3527159" cy="198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40188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Understanding </a:t>
            </a:r>
            <a:r>
              <a:rPr lang="en-US" sz="3600" b="1" dirty="0" err="1" smtClean="0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 Communication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7" y="2069941"/>
            <a:ext cx="8232260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Before choosing a protocol, we need to understand how devices exchange data in an </a:t>
            </a:r>
            <a:r>
              <a:rPr lang="en-US" sz="2000" b="1" dirty="0" err="1" smtClean="0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 system.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7" y="2928463"/>
            <a:ext cx="7715425" cy="120032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Device to Server: </a:t>
            </a:r>
            <a:r>
              <a:rPr lang="en-US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ESP32 sends data directly to a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Device to Broker: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ESP32 publishes data through a message </a:t>
            </a:r>
            <a:r>
              <a:rPr lang="en-US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broker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Request / Response: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One device asks, another </a:t>
            </a:r>
            <a:r>
              <a:rPr lang="en-US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responds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Publish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/ Subscribe: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Devices communicate through topics</a:t>
            </a:r>
            <a:endParaRPr lang="fa-IR" b="1" dirty="0" smtClean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7" y="4279428"/>
            <a:ext cx="7119077" cy="132343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Should the ESP32 send data directly to the Raspberry Pi, or publish it through a communication layer?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The communication model affects scalability, reliability, and how easily other services can use the data.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950127">
            <a:off x="6781761" y="4144554"/>
            <a:ext cx="5182360" cy="291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133681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MQTT vs HTTP/HTTPS vs </a:t>
            </a:r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CoAP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Different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protocols solve different communication problems. The right choice depends on device limits, network conditions, and data flow.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874741"/>
            <a:ext cx="7715425" cy="206210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Protocol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Comparison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HTTP/HTTPS: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Simple request/response model, good for APIs and direct server </a:t>
            </a:r>
            <a:r>
              <a:rPr lang="en-US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MQTT: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Lightweight publish/subscribe model, ideal for continuous </a:t>
            </a:r>
            <a:r>
              <a:rPr lang="en-US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telemetry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 smtClean="0">
                <a:solidFill>
                  <a:srgbClr val="15032C"/>
                </a:solidFill>
                <a:latin typeface="Dosis" pitchFamily="2" charset="0"/>
              </a:rPr>
              <a:t>CoAP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Lightweight request/response model, designed for constrained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IoT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devices</a:t>
            </a:r>
            <a:endParaRPr lang="fa-IR" b="1" dirty="0" smtClean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033758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For this project, MQTT is the best fit because the ESP32 needs to publish sensor data continuously to a Raspberry Pi.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42198" y="6049421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Protocol selection is an engineering decision, not a fixed rule.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8983" y="3951978"/>
            <a:ext cx="3439343" cy="229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99389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Choosing the Right Protocol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For this project, the ESP32 needs to send small sensor readings repeatedly to a local edge device.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93416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Decision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Criteria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Low communication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overhead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Continuous telemetry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support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Easy data distribution to multiple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subscribers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Simple integration with Raspberry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Pi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Suitable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for future monitoring and debugging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4876512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Use MQTT with the Raspberry Pi acting as the local broker and data receiver.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42198" y="5680403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MQTT is selected because it matches our telemetry pattern, not because it is always better than HTTP or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CoAP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979" y="4353340"/>
            <a:ext cx="4162157" cy="234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698070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ESP32 vs Raspberry Pi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92426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ESP32 and Raspberry Pi are both used in this project, but they solve different engineering problems.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4279385"/>
            <a:ext cx="4355999" cy="200054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ESP32 —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Microcontroller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Reads sensors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directly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Controls local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hardware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Runs embedded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firmware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Low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power and real-time oriented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6333629"/>
            <a:ext cx="8538906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ESP32 is the sensor node. Raspberry Pi is the local edge computer.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352743" y="2784979"/>
            <a:ext cx="1394636" cy="13946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5426765" y="4279385"/>
            <a:ext cx="6042993" cy="169277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Raspberry Pi — Single Board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Runs a full operating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Hosts services like MQTT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broker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Processes and stores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Supports 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remote access and automation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8048" y="2418862"/>
            <a:ext cx="2109399" cy="210939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113507" y="3064650"/>
            <a:ext cx="76692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VS</a:t>
            </a:r>
            <a:endParaRPr lang="en-US" sz="48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543077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371" y="5023465"/>
            <a:ext cx="4114562" cy="290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Raspberry Pi OS &amp; SSH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To use the Raspberry Pi as an edge device, we first prepare its operating system and enable remote access.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93416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Setup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Flash Raspberry Pi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Configure username, password, and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Wi-Fi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Enable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SSH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Boot the Raspberry Pi on the local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network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Connect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from the Mac terminal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63810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SSH allows us to configure and control the Raspberry Pi without connecting a monitor or keyboard.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340371" y="4972517"/>
            <a:ext cx="7119077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ssh username@raspberrypi.local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0904" y="3896067"/>
            <a:ext cx="4221096" cy="23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757290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333" y="5433201"/>
            <a:ext cx="4137338" cy="11784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Network Configuration &amp; Secure Access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Raspberry Pi must be reachable, stable, and protected before it can work as an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edge device.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7" y="3002923"/>
            <a:ext cx="4097582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Network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Find the Raspberry Pi IP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address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Configure a stable hostname or Static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Test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SSH access from the Mac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terminal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468332" y="5433202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hostname -I</a:t>
            </a:r>
          </a:p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ssh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username@raspberrypi.local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ufw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status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7425" y="4362794"/>
            <a:ext cx="2999492" cy="240203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5776499" y="3002923"/>
            <a:ext cx="3520926" cy="261610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Secure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Use SSH key authentication instead of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passwords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Disable root login with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password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Optionally change the default SSH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Enable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ufw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and close unnecessary ports</a:t>
            </a:r>
            <a:endParaRPr lang="en-US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571759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2390" y="4887501"/>
            <a:ext cx="5663675" cy="86108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01657" y="4863614"/>
            <a:ext cx="5645030" cy="132343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Installing the MQTT Broker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Now the Raspberry Pi becomes the local communication hub by running an MQTT broker.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01512"/>
            <a:ext cx="4097582" cy="206210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Broker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Install </a:t>
            </a:r>
            <a:r>
              <a:rPr lang="en-US" b="1" dirty="0" err="1" smtClean="0">
                <a:solidFill>
                  <a:srgbClr val="15032C"/>
                </a:solidFill>
                <a:latin typeface="Dosis" pitchFamily="2" charset="0"/>
              </a:rPr>
              <a:t>Mosquitto</a:t>
            </a:r>
            <a:endParaRPr lang="en-US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Enable the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Mosquitto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Test local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publish/subscribe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Prepare network access for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ESP32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Keep 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authentication and firewall rules in mind</a:t>
            </a:r>
            <a:endParaRPr lang="en-US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6170120" y="4905992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mosquitto_sub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-t test/topic</a:t>
            </a:r>
          </a:p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mosquitto_pub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-t test/topic -m "Hello MQTT"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514175" y="4863614"/>
            <a:ext cx="7119077" cy="132343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apt update</a:t>
            </a:r>
          </a:p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apt install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mosquitto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mosquitto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-clients</a:t>
            </a:r>
          </a:p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systemctl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enable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mosquitto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  <a:p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systemctl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status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mosquitto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436" y="3144761"/>
            <a:ext cx="3176629" cy="1626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349102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MQTT Architecture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MQTT uses a broker-based architecture where devices do not communicate directly with each other.</a:t>
            </a: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Core </a:t>
            </a:r>
            <a:r>
              <a:rPr lang="en-US" sz="2000" b="1" dirty="0" smtClean="0">
                <a:solidFill>
                  <a:srgbClr val="15032C"/>
                </a:solidFill>
                <a:latin typeface="Dosis" pitchFamily="2" charset="0"/>
              </a:rPr>
              <a:t>Components</a:t>
            </a:r>
            <a:endParaRPr lang="fa-IR" sz="2000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Publisher: ESP32 sends sensor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data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Broker: Raspberry Pi receives and routes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messages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Subscriber: Laptop, Python script, or dashboard receives </a:t>
            </a: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data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>
                <a:solidFill>
                  <a:srgbClr val="15032C"/>
                </a:solidFill>
                <a:latin typeface="Dosis" pitchFamily="2" charset="0"/>
              </a:rPr>
              <a:t>Topic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Message channel, such as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/room-01/telemetry</a:t>
            </a:r>
            <a:endParaRPr lang="fa-IR" b="1" dirty="0" smtClean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10394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MQTT separates data producers from data consumers, making the system easier to extend and monitor.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5" y="4927299"/>
            <a:ext cx="7119077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ESP32 → MQTT Broker → Subscribers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0764" y="3717896"/>
            <a:ext cx="4297815" cy="241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2375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01 SLIDEBAZAR">
      <a:dk1>
        <a:sysClr val="windowText" lastClr="000000"/>
      </a:dk1>
      <a:lt1>
        <a:srgbClr val="FFFFFF"/>
      </a:lt1>
      <a:dk2>
        <a:srgbClr val="7F7F7F"/>
      </a:dk2>
      <a:lt2>
        <a:srgbClr val="F2F2F2"/>
      </a:lt2>
      <a:accent1>
        <a:srgbClr val="FC4954"/>
      </a:accent1>
      <a:accent2>
        <a:srgbClr val="01BF7F"/>
      </a:accent2>
      <a:accent3>
        <a:srgbClr val="41B5E0"/>
      </a:accent3>
      <a:accent4>
        <a:srgbClr val="7969D0"/>
      </a:accent4>
      <a:accent5>
        <a:srgbClr val="2882EC"/>
      </a:accent5>
      <a:accent6>
        <a:srgbClr val="FCA81C"/>
      </a:accent6>
      <a:hlink>
        <a:srgbClr val="3A86FF"/>
      </a:hlink>
      <a:folHlink>
        <a:srgbClr val="8338EC"/>
      </a:folHlink>
    </a:clrScheme>
    <a:fontScheme name="01">
      <a:majorFont>
        <a:latin typeface="Archivo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4536</TotalTime>
  <Words>1764</Words>
  <Application>Microsoft Office PowerPoint</Application>
  <PresentationFormat>Widescreen</PresentationFormat>
  <Paragraphs>256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Agency FB</vt:lpstr>
      <vt:lpstr>Aptos</vt:lpstr>
      <vt:lpstr>Archivo</vt:lpstr>
      <vt:lpstr>Arial</vt:lpstr>
      <vt:lpstr>Arial Unicode MS</vt:lpstr>
      <vt:lpstr>Dosis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ajisha vm</dc:creator>
  <cp:lastModifiedBy>Moorche</cp:lastModifiedBy>
  <cp:revision>74</cp:revision>
  <dcterms:created xsi:type="dcterms:W3CDTF">2024-09-18T09:18:35Z</dcterms:created>
  <dcterms:modified xsi:type="dcterms:W3CDTF">2026-10-03T08:11:23Z</dcterms:modified>
</cp:coreProperties>
</file>